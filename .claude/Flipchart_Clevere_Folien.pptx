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25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89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0" y="320040"/>
            <a:ext cx="1554480" cy="1554480"/>
          </a:xfrm>
          <a:prstGeom prst="ellipse">
            <a:avLst/>
          </a:prstGeom>
          <a:solidFill>
            <a:srgbClr val="FFF3E0"/>
          </a:solidFill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029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0574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Clevere Folien gestalten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371600" y="3063240"/>
            <a:ext cx="411480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274320" y="3353235"/>
            <a:ext cx="6309360" cy="1600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457200" y="3776472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57200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34440" y="3566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Weniger ist mehr –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34440" y="4114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Aussage pro Folie!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4320" y="5102352"/>
            <a:ext cx="630936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57200" y="5541264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457200" y="55412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34440" y="53309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Bilder sprechen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34440" y="58795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lauter als Worte.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4320" y="6867144"/>
            <a:ext cx="6309360" cy="16002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457200" y="7306056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457200" y="7306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234440" y="70957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Kontrast &amp; Farbe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234440" y="76443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lenken den Blick gezielt.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74320" y="9189720"/>
            <a:ext cx="6309360" cy="64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274320" y="92811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Flipchart · Clevere Folien gestalten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Benutzerdefiniert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Clevere Folien gestalten</dc:title>
  <dc:subject>PptxGenJS Presentation</dc:subject>
  <dc:creator>PptxGenJS</dc:creator>
  <cp:lastModifiedBy>Arbenit Bungu | ALAB Energiesysteme e. K.</cp:lastModifiedBy>
  <cp:revision>2</cp:revision>
  <dcterms:created xsi:type="dcterms:W3CDTF">2026-03-25T08:06:38Z</dcterms:created>
  <dcterms:modified xsi:type="dcterms:W3CDTF">2026-03-25T09:20:41Z</dcterms:modified>
</cp:coreProperties>
</file>